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6ED2"/>
                </a:solidFill>
              </a:defRPr>
            </a:pPr>
            <a:r>
              <a:t>SNAPDRAGON LOCAL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03C"/>
                </a:solidFill>
              </a:defRPr>
            </a:pPr>
            <a:r>
              <a:t>Snapdragon Local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Private, offline-first code and Vercel preflight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NPU-accelerated developer feedback for Snapdragon PCs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1722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82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6ED2"/>
                </a:solidFill>
              </a:defRPr>
            </a:pPr>
            <a:r>
              <a:t>SNAPDRAGON LOCAL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03C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Cloud code review creates latency and data-governance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Manual pre-deployment checks miss secrets and configuration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Local builds already consume the CPU developers need for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1722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82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6ED2"/>
                </a:solidFill>
              </a:defRPr>
            </a:pPr>
            <a:r>
              <a:t>SNAPDRAGON LOCAL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03C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A single local CLI before commit or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Deterministic checks catch actionable issues immediately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An optional local coding model explains and remediates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No API keys, no source upload, no cloud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1722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82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6ED2"/>
                </a:solidFill>
              </a:defRPr>
            </a:pPr>
            <a:r>
              <a:t>SNAPDRAGON LOCAL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03C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Repository → CLI → deterministic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Optional adapter → tokenizer → ONNX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QNN Execution Provider → Hexagon NPU / HTP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CPU remains available for compilers, Docker, tests, and local servers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1722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82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6ED2"/>
                </a:solidFill>
              </a:defRPr>
            </a:pPr>
            <a:r>
              <a:t>SNAPDRAGON LOCAL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03C"/>
                </a:solidFill>
              </a:defRPr>
            </a:pPr>
            <a:r>
              <a:t>Why Snapdragon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Privacy: proprietary code remains on-device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Responsiveness: inference is offloaded from the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Offline operation: useful on flights and restricted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Enterprise fit: local governance and predictable data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1722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82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6ED2"/>
                </a:solidFill>
              </a:defRPr>
            </a:pPr>
            <a:r>
              <a:t>SNAPDRAGON LOCAL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03C"/>
                </a:solidFill>
              </a:defRPr>
            </a:pPr>
            <a:r>
              <a:t>Developer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snapdragon-review check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JSON output integrates with editors and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--strict turns warnings into deployment blockers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Pre-commit catches issues before staging or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1722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82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6ED2"/>
                </a:solidFill>
              </a:defRPr>
            </a:pPr>
            <a:r>
              <a:t>SNAPDRAGON LOCAL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03C"/>
                </a:solidFill>
              </a:defRPr>
            </a:pPr>
            <a:r>
              <a:t>Demo and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Inject a token and insecure Vercel rewrite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Run the CLI and show structured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Show QNN provider availability on ARM64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Compare review latency and CPU utilization during a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1722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82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6ED2"/>
                </a:solidFill>
              </a:defRPr>
            </a:pPr>
            <a:r>
              <a:t>SNAPDRAGON LOCAL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03C"/>
                </a:solidFill>
              </a:defRPr>
            </a:pPr>
            <a:r>
              <a:t>Accessibility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Works today without AI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Add Transformers CPU fallback for compatibility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Add ONNX Runtime GenAI/QNN adapter for NPU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Expand rules, VS Code integration, and signed model bundles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1722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82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6ED2"/>
                </a:solidFill>
              </a:defRPr>
            </a:pPr>
            <a:r>
              <a:t>SNAPDRAGON LOCAL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03C"/>
                </a:solidFill>
              </a:defRPr>
            </a:pPr>
            <a:r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Install locally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Keep the review loop private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374B"/>
                </a:solidFill>
              </a:defRPr>
            </a:pPr>
            <a:r>
              <a:t>• Turn every Snapdragon developer machine into an edge code-review 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1722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82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